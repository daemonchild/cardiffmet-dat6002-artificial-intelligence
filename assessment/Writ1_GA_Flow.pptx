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70"/>
    <p:restoredTop sz="94681"/>
  </p:normalViewPr>
  <p:slideViewPr>
    <p:cSldViewPr snapToGrid="0">
      <p:cViewPr varScale="1">
        <p:scale>
          <a:sx n="113" d="100"/>
          <a:sy n="113" d="100"/>
        </p:scale>
        <p:origin x="20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58C8B5-08A4-D147-9616-DFFCF9997F54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C1D196-C862-2F4F-A8AD-B6FA621CC0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382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1D196-C862-2F4F-A8AD-B6FA621CC0C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7964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7D2B5-1D58-3E53-0BFA-250CF45576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8B322-ED62-6373-297F-822E505401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2D006-1DEC-0C23-4B22-A9E29A948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0C544-6050-554C-A304-DE394E195AD0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0D8B3-68BE-063C-1D72-E7432CC4C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2DAFD-0328-9A7A-91CC-BC7DB9093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BB030-70D0-FF4F-8AC2-3F389506A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5495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1A1B5-AA6A-DED6-7267-F0C14397C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DE783-9BDD-7F4E-A5F7-4808F8FA0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10B83-774C-2A0F-96DE-B8FD11FB3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0C544-6050-554C-A304-DE394E195AD0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4476D-41CA-5FA9-B09C-8F1150941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203D2-820D-1A42-5EC9-7B930F014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BB030-70D0-FF4F-8AC2-3F389506A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2582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D2A9E-78E7-24BA-0E7E-E6817728D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47F93F-5281-4596-BED6-8C08D7A8F5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53A8A-B127-0854-8768-9B7FFB26D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0C544-6050-554C-A304-DE394E195AD0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B2E3E-1B54-AD3F-4714-A39FFF168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6A327-1464-5B0D-6AE9-8FC91F436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BB030-70D0-FF4F-8AC2-3F389506A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172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B7276-BD9B-1B58-F994-A859DBC13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59459-07C5-0B68-6E01-DF672E58DE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9C636F-E541-0FA9-2153-C8D5DC0367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A72444-B9F6-DBE1-0B55-BA3A18BEB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0C544-6050-554C-A304-DE394E195AD0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BC1D05-6C02-BC72-7FBF-0685F8BD9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22B270-4A43-B159-0C41-E67D159EA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BB030-70D0-FF4F-8AC2-3F389506A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3403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B9A2F-4DB2-9C2A-FA6D-1F590D6A8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680767-25B0-C09D-A097-80FCB18CF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EC91E-8365-CF6B-026D-39BFC1DE54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4746D-63D1-1490-8F58-A2E98AAAE0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AEEA6C-B9DA-534F-5AB5-E0EFC905D3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2C0099-F2AA-CBBE-0487-AFEDD2421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0C544-6050-554C-A304-DE394E195AD0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C41FA5-DD34-FA1B-4025-FF9F1C25D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24092E-71A1-04A2-E565-4E732AA57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BB030-70D0-FF4F-8AC2-3F389506A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818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241E4-8A8D-7219-95C1-7A4D4FB13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122A94-85ED-A44A-66D7-C63A62F4E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0C544-6050-554C-A304-DE394E195AD0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C4EA81-2142-A18B-AD45-286DA08FF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55CB4C-D199-0F0C-960B-7001B0F56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BB030-70D0-FF4F-8AC2-3F389506A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3246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EC6754-CCA0-4DAE-F4BB-6D7BE560C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0C544-6050-554C-A304-DE394E195AD0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E7DA31-7F70-A275-D5EB-537C103E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3239F-D47D-689C-A5CC-642F5D8E1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BB030-70D0-FF4F-8AC2-3F389506A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8604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2A3D0-80F1-BFCE-EA39-09356A7A2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DCD19-3BB9-AF07-7D81-D3E99B886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519882-A9E9-2406-DD5E-FB498FBB7E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6BDEE9-FCA0-E6B4-D4A8-AEC242AAE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0C544-6050-554C-A304-DE394E195AD0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B02E68-D3EB-BC1F-1114-1922BBE9A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8C579F-4974-081F-E25A-A2F81507C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BB030-70D0-FF4F-8AC2-3F389506A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2771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50850-0A86-DDCF-99B2-E2E9BEB0C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56E5E8-F3AE-6362-D279-F8A3A21690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A1397D-1D0D-637A-BCA1-33A03A6166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00FBDE-B880-AABF-5342-1AE4B30AF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0C544-6050-554C-A304-DE394E195AD0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C76E0-EA3D-7D6D-8358-B18635F6D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626FE3-B891-62EB-E287-D6173935E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BB030-70D0-FF4F-8AC2-3F389506A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606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73EB1-82C5-A64D-C473-39B7442F9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72A9FF-2312-FD0A-DF82-CD5408880B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7D0E8-31E6-859D-1C74-7CDA0A8AC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0C544-6050-554C-A304-DE394E195AD0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982D0-5CC1-E7AA-4D1F-0A2F5A54D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90FAE-9489-5DA2-11E9-56F920DDC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BB030-70D0-FF4F-8AC2-3F389506A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1283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50E1D-71B5-21C8-8421-75C93DB055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82E6E3-8102-B3A3-4913-9EA09356EF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12E28-D74B-B62A-46F2-7D36B2488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0C544-6050-554C-A304-DE394E195AD0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2773D-5B83-2CBF-15BE-3B721895E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4DEE2-FD08-5DD8-6764-1A157F7DF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BB030-70D0-FF4F-8AC2-3F389506A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9625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B83235-A5E0-051D-4F2D-3BEBB3EB3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BB92C9-6B9A-A8D6-DB53-7730E98655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81742-5BED-7101-F4A4-E01E3787D8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90C544-6050-554C-A304-DE394E195AD0}" type="datetimeFigureOut">
              <a:rPr lang="en-GB" smtClean="0"/>
              <a:t>11/05/2026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95680-AEBA-736C-6C7E-CC36EC3E1F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EE7AE-08EA-F9C0-6EDB-1397A846B5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2BB030-70D0-FF4F-8AC2-3F389506A3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6036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ound Same-side Corner of Rectangle 32">
            <a:extLst>
              <a:ext uri="{FF2B5EF4-FFF2-40B4-BE49-F238E27FC236}">
                <a16:creationId xmlns:a16="http://schemas.microsoft.com/office/drawing/2014/main" id="{C2A5A88A-E535-4BE7-B253-244E3EE10E02}"/>
              </a:ext>
            </a:extLst>
          </p:cNvPr>
          <p:cNvSpPr/>
          <p:nvPr/>
        </p:nvSpPr>
        <p:spPr>
          <a:xfrm>
            <a:off x="251166" y="536216"/>
            <a:ext cx="1515540" cy="908756"/>
          </a:xfrm>
          <a:prstGeom prst="round2Same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/>
              <a:t>MLP Objects</a:t>
            </a:r>
          </a:p>
          <a:p>
            <a:pPr algn="ctr"/>
            <a:r>
              <a:rPr lang="en-GB" sz="1200" dirty="0"/>
              <a:t>Randomised</a:t>
            </a:r>
          </a:p>
          <a:p>
            <a:pPr algn="ctr"/>
            <a:r>
              <a:rPr lang="en-GB" sz="1200" dirty="0"/>
              <a:t>weights &amp; biases</a:t>
            </a:r>
          </a:p>
        </p:txBody>
      </p:sp>
      <p:sp>
        <p:nvSpPr>
          <p:cNvPr id="32" name="Round Same-side Corner of Rectangle 31">
            <a:extLst>
              <a:ext uri="{FF2B5EF4-FFF2-40B4-BE49-F238E27FC236}">
                <a16:creationId xmlns:a16="http://schemas.microsoft.com/office/drawing/2014/main" id="{11053A7D-061F-FCBF-97E2-3156D7FE13B9}"/>
              </a:ext>
            </a:extLst>
          </p:cNvPr>
          <p:cNvSpPr/>
          <p:nvPr/>
        </p:nvSpPr>
        <p:spPr>
          <a:xfrm>
            <a:off x="313257" y="637817"/>
            <a:ext cx="1515540" cy="908756"/>
          </a:xfrm>
          <a:prstGeom prst="round2Same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/>
              <a:t>MLP Objects</a:t>
            </a:r>
          </a:p>
          <a:p>
            <a:pPr algn="ctr"/>
            <a:r>
              <a:rPr lang="en-GB" sz="1200" dirty="0"/>
              <a:t>Randomised</a:t>
            </a:r>
          </a:p>
          <a:p>
            <a:pPr algn="ctr"/>
            <a:r>
              <a:rPr lang="en-GB" sz="1200" dirty="0"/>
              <a:t>weights &amp; biases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20C854B-0245-C086-C6BB-714708EDF84B}"/>
              </a:ext>
            </a:extLst>
          </p:cNvPr>
          <p:cNvSpPr/>
          <p:nvPr/>
        </p:nvSpPr>
        <p:spPr>
          <a:xfrm>
            <a:off x="1936041" y="2421467"/>
            <a:ext cx="2065867" cy="8579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Population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8CD751A-B851-4181-D91F-B29A78ABF4DF}"/>
              </a:ext>
            </a:extLst>
          </p:cNvPr>
          <p:cNvSpPr/>
          <p:nvPr/>
        </p:nvSpPr>
        <p:spPr>
          <a:xfrm>
            <a:off x="5932311" y="942623"/>
            <a:ext cx="2065867" cy="8579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Parents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688B616-CD82-C20F-5D70-526EAF97E45C}"/>
              </a:ext>
            </a:extLst>
          </p:cNvPr>
          <p:cNvSpPr/>
          <p:nvPr/>
        </p:nvSpPr>
        <p:spPr>
          <a:xfrm>
            <a:off x="5932311" y="3900312"/>
            <a:ext cx="2065867" cy="8579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Children</a:t>
            </a: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4236018C-739D-F1B3-4429-B20900C59E90}"/>
              </a:ext>
            </a:extLst>
          </p:cNvPr>
          <p:cNvCxnSpPr>
            <a:stCxn id="4" idx="0"/>
            <a:endCxn id="5" idx="1"/>
          </p:cNvCxnSpPr>
          <p:nvPr/>
        </p:nvCxnSpPr>
        <p:spPr>
          <a:xfrm rot="5400000" flipH="1" flipV="1">
            <a:off x="3925710" y="414866"/>
            <a:ext cx="1049866" cy="2963336"/>
          </a:xfrm>
          <a:prstGeom prst="bentConnector2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170FBE2C-9713-3DAD-C8FD-A74E28B5C975}"/>
              </a:ext>
            </a:extLst>
          </p:cNvPr>
          <p:cNvCxnSpPr>
            <a:cxnSpLocks/>
            <a:stCxn id="6" idx="1"/>
            <a:endCxn id="4" idx="2"/>
          </p:cNvCxnSpPr>
          <p:nvPr/>
        </p:nvCxnSpPr>
        <p:spPr>
          <a:xfrm rot="10800000">
            <a:off x="2968975" y="3279422"/>
            <a:ext cx="2963336" cy="1049868"/>
          </a:xfrm>
          <a:prstGeom prst="bentConnector2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7631FCF-00C5-CAA9-4667-9224E186CCDA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6965245" y="1800578"/>
            <a:ext cx="0" cy="2099734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nip Diagonal Corner of Rectangle 15">
            <a:extLst>
              <a:ext uri="{FF2B5EF4-FFF2-40B4-BE49-F238E27FC236}">
                <a16:creationId xmlns:a16="http://schemas.microsoft.com/office/drawing/2014/main" id="{9B89F2DF-0A6E-A5BA-1AD4-2EE1678B533E}"/>
              </a:ext>
            </a:extLst>
          </p:cNvPr>
          <p:cNvSpPr/>
          <p:nvPr/>
        </p:nvSpPr>
        <p:spPr>
          <a:xfrm>
            <a:off x="7913514" y="2199922"/>
            <a:ext cx="2167467" cy="406400"/>
          </a:xfrm>
          <a:prstGeom prst="snip2Diag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Crossover</a:t>
            </a:r>
          </a:p>
        </p:txBody>
      </p:sp>
      <p:sp>
        <p:nvSpPr>
          <p:cNvPr id="17" name="Snip Diagonal Corner of Rectangle 16">
            <a:extLst>
              <a:ext uri="{FF2B5EF4-FFF2-40B4-BE49-F238E27FC236}">
                <a16:creationId xmlns:a16="http://schemas.microsoft.com/office/drawing/2014/main" id="{48BD34BF-3CD8-3776-F2CB-22D019C1C0BC}"/>
              </a:ext>
            </a:extLst>
          </p:cNvPr>
          <p:cNvSpPr/>
          <p:nvPr/>
        </p:nvSpPr>
        <p:spPr>
          <a:xfrm>
            <a:off x="7913513" y="3002844"/>
            <a:ext cx="2167467" cy="406400"/>
          </a:xfrm>
          <a:prstGeom prst="snip2Diag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Mutation</a:t>
            </a: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726911D9-BF36-BBFF-CDA4-4CCF9EDE1F64}"/>
              </a:ext>
            </a:extLst>
          </p:cNvPr>
          <p:cNvSpPr/>
          <p:nvPr/>
        </p:nvSpPr>
        <p:spPr>
          <a:xfrm rot="10800000">
            <a:off x="7041444" y="2305757"/>
            <a:ext cx="795872" cy="178362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20599BFC-72A8-B146-237D-51172674D568}"/>
              </a:ext>
            </a:extLst>
          </p:cNvPr>
          <p:cNvSpPr/>
          <p:nvPr/>
        </p:nvSpPr>
        <p:spPr>
          <a:xfrm rot="10800000">
            <a:off x="7041443" y="3135489"/>
            <a:ext cx="795872" cy="178362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ound Same-side Corner of Rectangle 21">
            <a:extLst>
              <a:ext uri="{FF2B5EF4-FFF2-40B4-BE49-F238E27FC236}">
                <a16:creationId xmlns:a16="http://schemas.microsoft.com/office/drawing/2014/main" id="{4A637BE9-735E-486D-E590-CEE029FB0486}"/>
              </a:ext>
            </a:extLst>
          </p:cNvPr>
          <p:cNvSpPr/>
          <p:nvPr/>
        </p:nvSpPr>
        <p:spPr>
          <a:xfrm>
            <a:off x="420501" y="733776"/>
            <a:ext cx="1515540" cy="908756"/>
          </a:xfrm>
          <a:prstGeom prst="round2Same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/>
              <a:t>MLP Objects</a:t>
            </a:r>
          </a:p>
          <a:p>
            <a:pPr algn="ctr"/>
            <a:r>
              <a:rPr lang="en-GB" sz="1200" dirty="0"/>
              <a:t>Randomised</a:t>
            </a:r>
          </a:p>
          <a:p>
            <a:pPr algn="ctr"/>
            <a:r>
              <a:rPr lang="en-GB" sz="1200" dirty="0"/>
              <a:t>weights &amp; biases</a:t>
            </a:r>
          </a:p>
        </p:txBody>
      </p: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188AABF3-8692-AE64-396F-308B6975EE21}"/>
              </a:ext>
            </a:extLst>
          </p:cNvPr>
          <p:cNvCxnSpPr>
            <a:cxnSpLocks/>
            <a:stCxn id="22" idx="1"/>
          </p:cNvCxnSpPr>
          <p:nvPr/>
        </p:nvCxnSpPr>
        <p:spPr>
          <a:xfrm rot="16200000" flipH="1">
            <a:off x="1051980" y="1768823"/>
            <a:ext cx="1010352" cy="757770"/>
          </a:xfrm>
          <a:prstGeom prst="bentConnector3">
            <a:avLst>
              <a:gd name="adj1" fmla="val 99162"/>
            </a:avLst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248C9D3D-D467-8CFB-2A11-CC9E3262EF39}"/>
              </a:ext>
            </a:extLst>
          </p:cNvPr>
          <p:cNvCxnSpPr>
            <a:cxnSpLocks/>
            <a:endCxn id="29" idx="3"/>
          </p:cNvCxnSpPr>
          <p:nvPr/>
        </p:nvCxnSpPr>
        <p:spPr>
          <a:xfrm rot="5400000">
            <a:off x="679446" y="3501669"/>
            <a:ext cx="1755423" cy="757772"/>
          </a:xfrm>
          <a:prstGeom prst="bentConnector3">
            <a:avLst>
              <a:gd name="adj1" fmla="val 2412"/>
            </a:avLst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 Same-side Corner of Rectangle 28">
            <a:extLst>
              <a:ext uri="{FF2B5EF4-FFF2-40B4-BE49-F238E27FC236}">
                <a16:creationId xmlns:a16="http://schemas.microsoft.com/office/drawing/2014/main" id="{0B7F426E-3245-DEC5-E91F-8F58AE731F31}"/>
              </a:ext>
            </a:extLst>
          </p:cNvPr>
          <p:cNvSpPr/>
          <p:nvPr/>
        </p:nvSpPr>
        <p:spPr>
          <a:xfrm>
            <a:off x="420501" y="4758267"/>
            <a:ext cx="1515540" cy="908756"/>
          </a:xfrm>
          <a:prstGeom prst="round2Same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/>
              <a:t>MLP Object</a:t>
            </a:r>
          </a:p>
          <a:p>
            <a:pPr algn="ctr"/>
            <a:r>
              <a:rPr lang="en-GB" sz="1200" dirty="0"/>
              <a:t>With</a:t>
            </a:r>
          </a:p>
          <a:p>
            <a:pPr algn="ctr"/>
            <a:r>
              <a:rPr lang="en-GB" sz="1200" dirty="0"/>
              <a:t>Best Fitness</a:t>
            </a:r>
          </a:p>
        </p:txBody>
      </p:sp>
    </p:spTree>
    <p:extLst>
      <p:ext uri="{BB962C8B-B14F-4D97-AF65-F5344CB8AC3E}">
        <p14:creationId xmlns:p14="http://schemas.microsoft.com/office/powerpoint/2010/main" val="3446679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29</Words>
  <Application>Microsoft Macintosh PowerPoint</Application>
  <PresentationFormat>Widescreen</PresentationFormat>
  <Paragraphs>18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Rowan, Tom</dc:creator>
  <cp:lastModifiedBy>Rowan, Tom</cp:lastModifiedBy>
  <cp:revision>2</cp:revision>
  <dcterms:created xsi:type="dcterms:W3CDTF">2026-05-11T21:07:32Z</dcterms:created>
  <dcterms:modified xsi:type="dcterms:W3CDTF">2026-05-11T21:21:26Z</dcterms:modified>
</cp:coreProperties>
</file>